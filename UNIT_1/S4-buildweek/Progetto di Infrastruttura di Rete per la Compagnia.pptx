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57" r:id="rId3"/>
    <p:sldId id="260" r:id="rId4"/>
    <p:sldId id="259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anuele" initials="e" lastIdx="1" clrIdx="0">
    <p:extLst>
      <p:ext uri="{19B8F6BF-5375-455C-9EA6-DF929625EA0E}">
        <p15:presenceInfo xmlns:p15="http://schemas.microsoft.com/office/powerpoint/2012/main" userId="7784c160002bec1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02T20:30:17.037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6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30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70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12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07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43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7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53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86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5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16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3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9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0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41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98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69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32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Progetto di Infrastruttura di Rete per la Compagnia Theta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smtClean="0"/>
              <a:t>Gruppo 4 – i  martiri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842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66986" y="708973"/>
            <a:ext cx="9198220" cy="1029590"/>
          </a:xfrm>
        </p:spPr>
        <p:txBody>
          <a:bodyPr>
            <a:normAutofit fontScale="90000"/>
          </a:bodyPr>
          <a:lstStyle/>
          <a:p>
            <a:r>
              <a:rPr lang="it-IT" dirty="0"/>
              <a:t>Schema della topologia logica dell'infrastruttura di rete</a:t>
            </a:r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26" y="2672038"/>
            <a:ext cx="9434412" cy="381216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Rettangolo 5"/>
          <p:cNvSpPr/>
          <p:nvPr/>
        </p:nvSpPr>
        <p:spPr>
          <a:xfrm rot="1356023">
            <a:off x="8046490" y="1071985"/>
            <a:ext cx="3770373" cy="9452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it-IT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Subnetting</a:t>
            </a:r>
            <a:endParaRPr lang="it-IT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417600" y="57570"/>
            <a:ext cx="141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   Salvatore</a:t>
            </a:r>
            <a:endParaRPr lang="it-IT" dirty="0"/>
          </a:p>
        </p:txBody>
      </p:sp>
      <p:sp>
        <p:nvSpPr>
          <p:cNvPr id="8" name="Rettangolo 7"/>
          <p:cNvSpPr/>
          <p:nvPr/>
        </p:nvSpPr>
        <p:spPr>
          <a:xfrm>
            <a:off x="469232" y="57570"/>
            <a:ext cx="1588168" cy="3262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956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698452" y="897220"/>
            <a:ext cx="2438963" cy="1021209"/>
          </a:xfrm>
        </p:spPr>
        <p:txBody>
          <a:bodyPr/>
          <a:lstStyle/>
          <a:p>
            <a:r>
              <a:rPr lang="it-IT" sz="1800" dirty="0"/>
              <a:t>Configurazione del Firewall </a:t>
            </a:r>
            <a:r>
              <a:rPr lang="it-IT" sz="1800" dirty="0" smtClean="0"/>
              <a:t>Perimetrale </a:t>
            </a:r>
            <a:r>
              <a:rPr lang="en-US" sz="1800" dirty="0" err="1"/>
              <a:t>p</a:t>
            </a:r>
            <a:r>
              <a:rPr lang="en-US" sz="1800" dirty="0" err="1" smtClean="0"/>
              <a:t>fSense</a:t>
            </a:r>
            <a:r>
              <a:rPr lang="en-US" sz="1800" dirty="0"/>
              <a:t>: Firewall Rules e NAT/Port Forwarding</a:t>
            </a:r>
            <a:r>
              <a:rPr lang="it-IT" sz="1800" dirty="0" smtClean="0"/>
              <a:t> </a:t>
            </a:r>
            <a:endParaRPr lang="it-IT" sz="1800" dirty="0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2" y="226600"/>
            <a:ext cx="5386754" cy="3041129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591" y="3899268"/>
            <a:ext cx="5838092" cy="2935822"/>
          </a:xfrm>
          <a:prstGeom prst="rect">
            <a:avLst/>
          </a:prstGeom>
        </p:spPr>
      </p:pic>
      <p:pic>
        <p:nvPicPr>
          <p:cNvPr id="13" name="Immagin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2" y="3386340"/>
            <a:ext cx="6168160" cy="3471660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738" y="279254"/>
            <a:ext cx="4054585" cy="3620014"/>
          </a:xfrm>
          <a:prstGeom prst="rect">
            <a:avLst/>
          </a:prstGeom>
        </p:spPr>
      </p:pic>
      <p:sp>
        <p:nvSpPr>
          <p:cNvPr id="15" name="CasellaDiTesto 14"/>
          <p:cNvSpPr txBox="1"/>
          <p:nvPr/>
        </p:nvSpPr>
        <p:spPr>
          <a:xfrm>
            <a:off x="6015790" y="2693132"/>
            <a:ext cx="147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Alessandro</a:t>
            </a:r>
            <a:endParaRPr lang="it-IT" dirty="0"/>
          </a:p>
        </p:txBody>
      </p:sp>
      <p:sp>
        <p:nvSpPr>
          <p:cNvPr id="16" name="Rettangolo 15"/>
          <p:cNvSpPr/>
          <p:nvPr/>
        </p:nvSpPr>
        <p:spPr>
          <a:xfrm>
            <a:off x="5997742" y="2677026"/>
            <a:ext cx="1509963" cy="391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09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17989" y="575072"/>
            <a:ext cx="6956242" cy="706964"/>
          </a:xfrm>
        </p:spPr>
        <p:txBody>
          <a:bodyPr/>
          <a:lstStyle/>
          <a:p>
            <a:r>
              <a:rPr lang="it-IT" dirty="0" smtClean="0"/>
              <a:t>Verifica verbi HTTP</a:t>
            </a:r>
            <a:endParaRPr lang="it-IT" dirty="0"/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38" y="1208298"/>
            <a:ext cx="4007480" cy="5452791"/>
          </a:xfrm>
          <a:prstGeom prst="rect">
            <a:avLst/>
          </a:prstGeom>
        </p:spPr>
      </p:pic>
      <p:pic>
        <p:nvPicPr>
          <p:cNvPr id="13" name="Immagin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32" y="1354888"/>
            <a:ext cx="7487695" cy="828240"/>
          </a:xfrm>
          <a:prstGeom prst="rect">
            <a:avLst/>
          </a:prstGeom>
        </p:spPr>
      </p:pic>
      <p:pic>
        <p:nvPicPr>
          <p:cNvPr id="21" name="Immagin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31" y="2333249"/>
            <a:ext cx="7487695" cy="2695951"/>
          </a:xfrm>
          <a:prstGeom prst="rect">
            <a:avLst/>
          </a:prstGeom>
        </p:spPr>
      </p:pic>
      <p:pic>
        <p:nvPicPr>
          <p:cNvPr id="22" name="Immagin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669" y="3505004"/>
            <a:ext cx="3141880" cy="3048391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611028" y="84084"/>
            <a:ext cx="109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Marco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611028" y="115347"/>
            <a:ext cx="900080" cy="3068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448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895559" y="1164345"/>
            <a:ext cx="4719079" cy="3797123"/>
          </a:xfrm>
        </p:spPr>
        <p:txBody>
          <a:bodyPr>
            <a:noAutofit/>
          </a:bodyPr>
          <a:lstStyle/>
          <a:p>
            <a:r>
              <a:rPr lang="it-IT" sz="4400" dirty="0"/>
              <a:t>Gestione del Database mediante </a:t>
            </a:r>
            <a:r>
              <a:rPr lang="it-IT" sz="4400" dirty="0" err="1" smtClean="0"/>
              <a:t>php</a:t>
            </a:r>
            <a:r>
              <a:rPr lang="it-IT" sz="4400" dirty="0" smtClean="0"/>
              <a:t> My </a:t>
            </a:r>
            <a:r>
              <a:rPr lang="it-IT" sz="4400" dirty="0" err="1" smtClean="0"/>
              <a:t>Admin</a:t>
            </a:r>
            <a:endParaRPr lang="it-IT" sz="4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96815" y="1631745"/>
            <a:ext cx="45827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Sviluppo di uno Scanner di Rete TCP mediante il modulo </a:t>
            </a:r>
            <a:r>
              <a:rPr lang="it-IT" altLang="it-IT" sz="3600" b="1" dirty="0" err="1">
                <a:solidFill>
                  <a:schemeClr val="tx1"/>
                </a:solidFill>
                <a:latin typeface="Arial Unicode MS"/>
              </a:rPr>
              <a:t>S</a:t>
            </a:r>
            <a:r>
              <a:rPr kumimoji="0" lang="it-IT" altLang="it-IT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ocket</a:t>
            </a:r>
            <a:r>
              <a:rPr kumimoji="0" lang="it-IT" altLang="it-IT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it-IT" altLang="it-IT" sz="3600" b="1" dirty="0" smtClean="0">
                <a:solidFill>
                  <a:schemeClr val="tx1"/>
                </a:solidFill>
              </a:rPr>
              <a:t>di </a:t>
            </a:r>
            <a:r>
              <a:rPr kumimoji="0" lang="it-IT" altLang="it-IT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it-IT" altLang="it-IT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6400800" y="433137"/>
            <a:ext cx="1130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Marco</a:t>
            </a:r>
            <a:endParaRPr lang="it-IT" dirty="0"/>
          </a:p>
        </p:txBody>
      </p:sp>
      <p:sp>
        <p:nvSpPr>
          <p:cNvPr id="5" name="Rettangolo 4"/>
          <p:cNvSpPr/>
          <p:nvPr/>
        </p:nvSpPr>
        <p:spPr>
          <a:xfrm>
            <a:off x="6382753" y="433137"/>
            <a:ext cx="1124952" cy="3549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397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346222" y="984737"/>
            <a:ext cx="2628901" cy="5491513"/>
          </a:xfrm>
        </p:spPr>
        <p:txBody>
          <a:bodyPr/>
          <a:lstStyle/>
          <a:p>
            <a:pPr algn="ctr"/>
            <a:r>
              <a:rPr lang="it-IT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Computo estimativo dei </a:t>
            </a:r>
            <a:r>
              <a:rPr lang="it-IT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materiali</a:t>
            </a:r>
            <a:br>
              <a:rPr lang="it-IT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it-IT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it-IT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it-IT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9432757" y="57789"/>
            <a:ext cx="143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Lana</a:t>
            </a:r>
            <a:endParaRPr lang="it-IT" dirty="0"/>
          </a:p>
        </p:txBody>
      </p:sp>
      <p:sp>
        <p:nvSpPr>
          <p:cNvPr id="6" name="Rettangolo 5"/>
          <p:cNvSpPr/>
          <p:nvPr/>
        </p:nvSpPr>
        <p:spPr>
          <a:xfrm>
            <a:off x="9432757" y="0"/>
            <a:ext cx="868589" cy="4271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14" y="635597"/>
            <a:ext cx="9135108" cy="593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6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828724" y="860480"/>
            <a:ext cx="8825658" cy="2677648"/>
          </a:xfrm>
        </p:spPr>
        <p:txBody>
          <a:bodyPr/>
          <a:lstStyle/>
          <a:p>
            <a:r>
              <a:rPr lang="it-IT" dirty="0" smtClean="0"/>
              <a:t>GRAZIE PER L’ATTENZIONE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547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riunioni ione">
  <a:themeElements>
    <a:clrScheme name="Sala riunioni ion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riunioni 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riunioni 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109</TotalTime>
  <Words>71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Century Gothic</vt:lpstr>
      <vt:lpstr>Wingdings 3</vt:lpstr>
      <vt:lpstr>Sala riunioni ione</vt:lpstr>
      <vt:lpstr>Progetto di Infrastruttura di Rete per la Compagnia Theta</vt:lpstr>
      <vt:lpstr>Schema della topologia logica dell'infrastruttura di rete</vt:lpstr>
      <vt:lpstr>Configurazione del Firewall Perimetrale pfSense: Firewall Rules e NAT/Port Forwarding </vt:lpstr>
      <vt:lpstr>Verifica verbi HTTP</vt:lpstr>
      <vt:lpstr>Sviluppo di uno Scanner di Rete TCP mediante il modulo Socket di Python </vt:lpstr>
      <vt:lpstr>Computo estimativo dei materiali  </vt:lpstr>
      <vt:lpstr>GRAZIE PER L’ATTENZIONE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di Infrastruttura di Rete per la Compagnia Theta</dc:title>
  <dc:creator>emanuele</dc:creator>
  <cp:lastModifiedBy>emanuele</cp:lastModifiedBy>
  <cp:revision>14</cp:revision>
  <dcterms:created xsi:type="dcterms:W3CDTF">2026-07-02T18:20:56Z</dcterms:created>
  <dcterms:modified xsi:type="dcterms:W3CDTF">2026-07-03T11:51:09Z</dcterms:modified>
</cp:coreProperties>
</file>